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0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352" r:id="rId48"/>
    <p:sldId id="353" r:id="rId49"/>
    <p:sldId id="354" r:id="rId50"/>
    <p:sldId id="355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8328025" y="348424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1492865" y="267144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117715" y="348424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50195" y="267144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8330" y="33528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8783320" y="267144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1567815" y="33528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3490595" y="33528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2560320" y="33528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12192000" y="108394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-328930" y="101727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下箭头 1"/>
          <p:cNvSpPr/>
          <p:nvPr/>
        </p:nvSpPr>
        <p:spPr>
          <a:xfrm>
            <a:off x="2831465" y="601281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下箭头 2"/>
          <p:cNvSpPr/>
          <p:nvPr/>
        </p:nvSpPr>
        <p:spPr>
          <a:xfrm>
            <a:off x="3357245" y="601281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02945" y="5379085"/>
            <a:ext cx="7837805" cy="407035"/>
            <a:chOff x="1028" y="8347"/>
            <a:chExt cx="12343" cy="641"/>
          </a:xfrm>
        </p:grpSpPr>
        <p:sp>
          <p:nvSpPr>
            <p:cNvPr id="15" name="矩形 14"/>
            <p:cNvSpPr/>
            <p:nvPr/>
          </p:nvSpPr>
          <p:spPr>
            <a:xfrm>
              <a:off x="12536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17" name="矩形 16"/>
            <p:cNvSpPr/>
            <p:nvPr/>
          </p:nvSpPr>
          <p:spPr>
            <a:xfrm>
              <a:off x="11478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0</a:t>
              </a:r>
              <a:endParaRPr lang="en-US" altLang="zh-CN"/>
            </a:p>
          </p:txBody>
        </p:sp>
        <p:sp>
          <p:nvSpPr>
            <p:cNvPr id="18" name="矩形 17"/>
            <p:cNvSpPr/>
            <p:nvPr/>
          </p:nvSpPr>
          <p:spPr>
            <a:xfrm>
              <a:off x="10433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9</a:t>
              </a:r>
              <a:endParaRPr lang="en-US" altLang="zh-CN"/>
            </a:p>
          </p:txBody>
        </p:sp>
        <p:sp>
          <p:nvSpPr>
            <p:cNvPr id="19" name="矩形 18"/>
            <p:cNvSpPr/>
            <p:nvPr/>
          </p:nvSpPr>
          <p:spPr>
            <a:xfrm>
              <a:off x="9388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8</a:t>
              </a:r>
              <a:endParaRPr lang="en-US" altLang="zh-CN"/>
            </a:p>
          </p:txBody>
        </p:sp>
        <p:sp>
          <p:nvSpPr>
            <p:cNvPr id="20" name="矩形 19"/>
            <p:cNvSpPr/>
            <p:nvPr/>
          </p:nvSpPr>
          <p:spPr>
            <a:xfrm>
              <a:off x="8343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21" name="矩形 20"/>
            <p:cNvSpPr/>
            <p:nvPr/>
          </p:nvSpPr>
          <p:spPr>
            <a:xfrm>
              <a:off x="7298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22" name="矩形 21"/>
            <p:cNvSpPr/>
            <p:nvPr/>
          </p:nvSpPr>
          <p:spPr>
            <a:xfrm>
              <a:off x="6253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23" name="矩形 22"/>
            <p:cNvSpPr/>
            <p:nvPr/>
          </p:nvSpPr>
          <p:spPr>
            <a:xfrm>
              <a:off x="5208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4" name="矩形 23"/>
            <p:cNvSpPr/>
            <p:nvPr/>
          </p:nvSpPr>
          <p:spPr>
            <a:xfrm>
              <a:off x="4163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25" name="矩形 24"/>
            <p:cNvSpPr/>
            <p:nvPr/>
          </p:nvSpPr>
          <p:spPr>
            <a:xfrm>
              <a:off x="3118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26" name="矩形 25"/>
            <p:cNvSpPr/>
            <p:nvPr/>
          </p:nvSpPr>
          <p:spPr>
            <a:xfrm>
              <a:off x="2060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27" name="矩形 26"/>
            <p:cNvSpPr/>
            <p:nvPr/>
          </p:nvSpPr>
          <p:spPr>
            <a:xfrm>
              <a:off x="1028" y="8347"/>
              <a:ext cx="835" cy="64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0</a:t>
              </a:r>
              <a:endParaRPr lang="en-US" altLang="zh-CN"/>
            </a:p>
          </p:txBody>
        </p:sp>
      </p:grpSp>
      <p:sp>
        <p:nvSpPr>
          <p:cNvPr id="29" name="矩形 28"/>
          <p:cNvSpPr/>
          <p:nvPr/>
        </p:nvSpPr>
        <p:spPr>
          <a:xfrm>
            <a:off x="0" y="33528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25285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139001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3802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255270" y="53371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252855" y="279209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139001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0464165" y="3105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139001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0464165" y="3105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2352040" y="10591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0464165" y="3105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3327400" y="10591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0464165" y="3105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4413885" y="10591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0464165" y="3105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544512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307965" y="32251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544512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601325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307965" y="32251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544512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9570720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307965" y="32251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544512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8539480" y="115252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307965" y="32251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544512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7508240" y="1212215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307965" y="32251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644271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544512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376035" y="30219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544512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376035" y="30219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-255270" y="4812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-356870" y="565594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13919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127635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5542915" y="1129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205865" y="279463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127635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5542915" y="112903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205865" y="279463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127635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505325" y="1178560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205865" y="279463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127635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3383280" y="122872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1205865" y="279463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142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127635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135505" y="29025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127635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135505" y="29025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5488940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8892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5488940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8892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4354830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45485" y="28892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4354830" y="121348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4276725" y="274129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535178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4354830" y="121348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40350" y="26917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4354830" y="121348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370445" y="28257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104641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800" y="28257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744728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800" y="28257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8545830" y="120396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800" y="28257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9707880" y="120396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800" y="282575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9570085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7573645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8194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9570085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7573645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8194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8525510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7573645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81940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7573645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7573645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89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7573645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7573645" y="1256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89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853948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957072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8401685" y="288099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943292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89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853948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957072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433560" y="288099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840168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89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853948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957072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433560" y="288099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840168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89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957072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957072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464165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433560" y="205676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840168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7414260" y="208978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30187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6426835" y="2092325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3289300" y="202438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30796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4217670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3" name="下箭头 12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580505" y="982980"/>
            <a:ext cx="255270" cy="5111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70635" y="2029460"/>
            <a:ext cx="530225" cy="407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3" name="下箭头 2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410460" y="1285875"/>
            <a:ext cx="255270" cy="511175"/>
          </a:xfrm>
          <a:prstGeom prst="downArrow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10601960" y="1129030"/>
            <a:ext cx="255270" cy="511175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3382645" y="1285875"/>
            <a:ext cx="255270" cy="511175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>
            <a:off x="546798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>
            <a:off x="5478145" y="1285875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957072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下箭头 22"/>
          <p:cNvSpPr/>
          <p:nvPr/>
        </p:nvSpPr>
        <p:spPr>
          <a:xfrm>
            <a:off x="9570720" y="1129030"/>
            <a:ext cx="255270" cy="511175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WPS 演示</Application>
  <PresentationFormat>宽屏</PresentationFormat>
  <Paragraphs>1004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滑稽</cp:lastModifiedBy>
  <cp:revision>6</cp:revision>
  <dcterms:created xsi:type="dcterms:W3CDTF">2023-08-09T12:44:00Z</dcterms:created>
  <dcterms:modified xsi:type="dcterms:W3CDTF">2026-01-03T10:22:36Z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